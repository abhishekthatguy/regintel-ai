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E2E8F0"/>
                </a:solidFill>
                <a:latin typeface="Calibri"/>
              </a:rPr>
              <a:t>RegIntel AI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818CF8"/>
                </a:solidFill>
                <a:latin typeface="Calibri"/>
              </a:rPr>
              <a:t>Enterprise Knowledge &amp; Operations Assistant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IIT Patna GenAI Development Program · Final Evaluation · Project 3 — Agentic 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Fragmented knowledge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Policies, SOPs, and answers live in scattered documents — employees can't find them.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Slow, inconsistent support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Ticket queues grow while answers already exist in the knowledge base.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Unsupported chatbot answers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Generic assistants guess — no evidence, no citations, no trust.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Weak auditability &amp; access control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Who saw what, which document backed an answer, what action was taken — untracked.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Uncontrolled model cost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No visibility into tokens, latency, or spend per department.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One agentic assistant for employees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Ask → evidence-grounded answer with citations → or a governed action (ticket, CRM case).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LangGraph-orchestrated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13-node graph with conditional routing, multi-turn state, and per-node status streaming.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Configuration-driven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Departments, tools, guardrails, and models are YAML — Finance onboarded with zero new code.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Enterprise-ready seams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Auth, CRM, search, LLM, and speech are adapter interfaces — swap stubs for Entra/Bedrock/Genesys by config.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Employee (Angular :4200 / Streamlit :8501 / Genesys agent-assist)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  NDJSON stream: status → tokens → citations → usage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▼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FastAPI ── identity (stub │ JWT/JWKS) ── audit_log ── use-case config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▼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LangGraph runner ── initialize → classify → conditional route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                              ├── retrieve → generate → guardrail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                              ├── ticket_lookup │ crm_lookup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                              ├── clarify → confirm → ticket_create │ crm_case_create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                              └── direct / error_handler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▼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Tools (server-side allowlist) ── knowledge_search · ticket_lookup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│                            ticket_create · crm_lookup · crm_case_create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  ▼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Hybrid retriever (BM25 + vector → RRF → reranker, ACL-filtered)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SQLite store · ingestion pipeline · audit ·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Every node emits a status event — the UI shows the live node trace; the eval runner asserts on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LangGraph workflow — state, routing,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user message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▼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initialize ──▶ classify ──▶ route on intent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├─ knowledge_query → build_filters → retrieve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│      → generate (cited) → guardrail → respond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├─ ticket_lookup / crm_lookup → tool → respond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├─ ticket_create / crm_case_create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│      → clarify (missing fields)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│      → duplicate_check → confirm_action → write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├─ confirm / cancel → resolve pending action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│                        └─ direct → generate → guardrail → respond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    ▼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4ADE80"/>
                </a:solidFill>
                <a:latin typeface="Menlo"/>
              </a:rPr>
              <a:t>  error_handler ◀── any tool failure (graceful, audited)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Pending actions persist in the SQLite checkpointer — 'yes'/'no' resolves across 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Five tools — real function calling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Server-side allowlist per use case — a disabled tool can't be invoked no matter what the user types.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72A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72A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72A"/>
                          </a:solidFill>
                        </a:rPr>
                        <a:t>Safety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knowledge_search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Hybrid retrieval over dept-approved corpus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ACL filter + rerank threshold → honest not-found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ticket_lookup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Employee's own support tickets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Owner-scoped, server-side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ticket_create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Open a validated ticket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Validate → dedupe → explicit confirm → idempotent → 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crm_lookup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CRM case status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Owner-scoped, audited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crm_case_create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Open a CRM case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Same full safety contract as tickets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Grounded answers — advanced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Hybrid retrieval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BM25 + vector cosine, merged by reciprocal-rank fusion — both legs ACL-filtered.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Reranking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LocalReranker rescores on phrase/coverage/title; weak evidence → not-found path, never a guess.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FR-16 query rewriting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Follow-ups ('what about the expiry?') expanded with conversation context before retrieval.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Full citation contract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document_id, title, section, chunk, excerpt, retrieval + rerank scores, version, source URL, access decision.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Ingestion pipeline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Markdown → front-matter → contextual chunking → embed → upsert; checksum drift detection + dead-letter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Safety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Input/output guardrails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Prompt-injection patterns blocked; Bedrock ApplyGuardrail merges when configured.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No blind actions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Create flows validate fields, check duplicates, and require an explicit 'yes' before writing.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Idempotent writes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Same confirmed request never creates two tickets/cases.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Access control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Department ACLs enforced server-side on both retrieval legs; conversations and exports are owner-scoped.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Audit trail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auth failures, lookups, writes, ingestion, uploads, not-found events → audit_log.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Beyond the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3 departments by config only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IT · HR · Finance — a YAML + corpus + employee; zero graph changes (UJ-07).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Voice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Browser Web Speech mic → same text pipeline; 🔊 read-aloud. SpeechProvider boundary for Transcribe/Polly.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Genesys agent-assist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POST /v1/integrations/genesys/suggest — utterance → grounded suggestion + citations, stateless.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Analytics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Usage, feedback, not-found clustering, adoption funnel, department cost attribution.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Self-service + export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Dept owners upload markdown → ingested and citable; conversations export to markdown/JSON for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Quality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103 automated tests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Unit + integration + security (forged/expired JWTs, injection, cross-employee scope).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31-case golden eval suite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Runs in pytest AND the Eval page; per-case rubric dims + rubric_means in the summary.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Performance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P95 first token ≈ 65 ms · full answer ≈ 70 ms locally (NFR targets: 4 s / 12 s) — harness: scripts/load_test.py.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CI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Ruff + pytest (incl. golden eval) + Angular build on every push.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Traceability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docs/requirements-traceability.md maps every BRD requirement to code +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Demo — five flows, five prompts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Full 11-step walkthrough with expected outputs: docs/demo-script.md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72A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72A"/>
                          </a:solidFill>
                        </a:rPr>
                        <a:t>Prompt (as e001 / IT Support)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72A"/>
                          </a:solidFill>
                        </a:rPr>
                        <a:t>What it proves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how do I connect to the VPN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Grounded answer + full-contract citations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what is the cafeteria menu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Honest not-found — no hallucination, logged as a gap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show my tickets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Employee-scoped tool 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create a ticket — laptop battery drains in an hour → yes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Clarify → confirm → idempotent write → audit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check my case CASE-7001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2E8F0"/>
                          </a:solidFill>
                        </a:rPr>
                        <a:t>CRM lookup, owner-scoped; e002 gets not-found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Orchestration &amp; agent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LangGraph · LangChain-style tool/context objects · SQLite checkpointer (multi-turn state)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Backend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Python · FastAPI · Pydantic · NDJSON streaming · Mangum (Lambda entry)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Retrieval &amp; ingestion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BM25 + hashing-vector hybrid → RRF → reranker · checksum pipeline · ACL filters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Frontend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Angular 21 (signals, Tailwind) · Streamlit admin/demo · Web Speech voice I/O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Cloud seams (config-swapped)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Entra JWT/JWKS · Bedrock Converse + ApplyGuardrail · DynamoDB · Redis · Genesys · OpenText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Honest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Local model is deterministic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Answers are extractive (cited verbatim) — Bedrock Claude generates fluent prose when configured.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Enterprise integrations are boundaries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Entra, AWS, Genesys, OpenText, production CRM need credentials — every seam fails closed or degrades locally.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Rubric scores are heuristic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Deterministic proxies until an LLM judge is configured.</a:t>
            </a:r>
          </a:p>
          <a:p>
            <a:pPr>
              <a:spcAft>
                <a:spcPts val="200"/>
              </a:spcAft>
            </a:pPr>
            <a:r>
              <a:rPr sz="1900" b="1">
                <a:solidFill>
                  <a:srgbClr val="818CF8"/>
                </a:solidFill>
                <a:latin typeface="Calibri"/>
              </a:rPr>
              <a:t>Voice needs a supporting browser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    Chrome/Edge; controls hide gracefully otherwise.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E2E8F0"/>
                </a:solidFill>
                <a:latin typeface="Calibri"/>
              </a:rPr>
              <a:t>RegIntel AI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818CF8"/>
                </a:solidFill>
                <a:latin typeface="Calibri"/>
              </a:rPr>
              <a:t>Understand → Design → Implement → Test → Explain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Repo: github.com/&lt;org&gt;/regintel-ai · docs/demo-script.md (walkthrough) · docs/requirements-traceability.md (coverage) · pytest: 103 green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